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17" r:id="rId5"/>
    <p:sldId id="332" r:id="rId6"/>
    <p:sldId id="333" r:id="rId7"/>
    <p:sldId id="310" r:id="rId8"/>
    <p:sldId id="318" r:id="rId9"/>
    <p:sldId id="315" r:id="rId10"/>
    <p:sldId id="321" r:id="rId11"/>
    <p:sldId id="323" r:id="rId12"/>
    <p:sldId id="322" r:id="rId13"/>
    <p:sldId id="324" r:id="rId14"/>
    <p:sldId id="309" r:id="rId15"/>
    <p:sldId id="325" r:id="rId16"/>
    <p:sldId id="328" r:id="rId17"/>
    <p:sldId id="334" r:id="rId18"/>
    <p:sldId id="330" r:id="rId19"/>
    <p:sldId id="335" r:id="rId20"/>
    <p:sldId id="320" r:id="rId21"/>
    <p:sldId id="26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BCA4"/>
    <a:srgbClr val="C38E81"/>
    <a:srgbClr val="636A58"/>
    <a:srgbClr val="505A47"/>
    <a:srgbClr val="D1D8B7"/>
    <a:srgbClr val="A09D79"/>
    <a:srgbClr val="AD5C4D"/>
    <a:srgbClr val="543E35"/>
    <a:srgbClr val="637700"/>
    <a:srgbClr val="FFF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8F271A-C856-4CC9-8110-62FF7A0BAC57}" v="120" dt="2025-12-09T19:09:46.860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5405" autoAdjust="0"/>
  </p:normalViewPr>
  <p:slideViewPr>
    <p:cSldViewPr snapToGrid="0">
      <p:cViewPr varScale="1">
        <p:scale>
          <a:sx n="75" d="100"/>
          <a:sy n="75" d="100"/>
        </p:scale>
        <p:origin x="797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ena Faythe Lee" userId="096040ea-784c-4e5c-91d0-359d85c4bd00" providerId="ADAL" clId="{2D02547D-3780-4B9E-881D-7549EEE8C8C7}"/>
    <pc:docChg chg="undo redo custSel addSld delSld modSld sldOrd">
      <pc:chgData name="Serena Faythe Lee" userId="096040ea-784c-4e5c-91d0-359d85c4bd00" providerId="ADAL" clId="{2D02547D-3780-4B9E-881D-7549EEE8C8C7}" dt="2025-12-17T18:03:33.682" v="4800" actId="20577"/>
      <pc:docMkLst>
        <pc:docMk/>
      </pc:docMkLst>
      <pc:sldChg chg="addSp delSp modSp mod">
        <pc:chgData name="Serena Faythe Lee" userId="096040ea-784c-4e5c-91d0-359d85c4bd00" providerId="ADAL" clId="{2D02547D-3780-4B9E-881D-7549EEE8C8C7}" dt="2025-12-07T19:07:14.260" v="279" actId="21"/>
        <pc:sldMkLst>
          <pc:docMk/>
          <pc:sldMk cId="1096717490" sldId="263"/>
        </pc:sldMkLst>
      </pc:sldChg>
      <pc:sldChg chg="addSp delSp modSp mod modClrScheme chgLayout">
        <pc:chgData name="Serena Faythe Lee" userId="096040ea-784c-4e5c-91d0-359d85c4bd00" providerId="ADAL" clId="{2D02547D-3780-4B9E-881D-7549EEE8C8C7}" dt="2025-12-15T22:36:30.161" v="4777" actId="1076"/>
        <pc:sldMkLst>
          <pc:docMk/>
          <pc:sldMk cId="1966913227" sldId="309"/>
        </pc:sldMkLst>
        <pc:spChg chg="add mod">
          <ac:chgData name="Serena Faythe Lee" userId="096040ea-784c-4e5c-91d0-359d85c4bd00" providerId="ADAL" clId="{2D02547D-3780-4B9E-881D-7549EEE8C8C7}" dt="2025-12-09T03:56:03.920" v="4032" actId="1036"/>
          <ac:spMkLst>
            <pc:docMk/>
            <pc:sldMk cId="1966913227" sldId="309"/>
            <ac:spMk id="24" creationId="{F2720192-766C-3F0D-474B-26A1852D4D99}"/>
          </ac:spMkLst>
        </pc:spChg>
        <pc:picChg chg="add mod">
          <ac:chgData name="Serena Faythe Lee" userId="096040ea-784c-4e5c-91d0-359d85c4bd00" providerId="ADAL" clId="{2D02547D-3780-4B9E-881D-7549EEE8C8C7}" dt="2025-12-15T22:36:30.161" v="4777" actId="1076"/>
          <ac:picMkLst>
            <pc:docMk/>
            <pc:sldMk cId="1966913227" sldId="309"/>
            <ac:picMk id="6" creationId="{C155BE3C-E4F8-D35B-2E31-33852A68EFB8}"/>
          </ac:picMkLst>
        </pc:picChg>
      </pc:sldChg>
      <pc:sldChg chg="modSp mod">
        <pc:chgData name="Serena Faythe Lee" userId="096040ea-784c-4e5c-91d0-359d85c4bd00" providerId="ADAL" clId="{2D02547D-3780-4B9E-881D-7549EEE8C8C7}" dt="2025-12-17T18:03:33.682" v="4800" actId="20577"/>
        <pc:sldMkLst>
          <pc:docMk/>
          <pc:sldMk cId="4230106960" sldId="310"/>
        </pc:sldMkLst>
        <pc:spChg chg="mod">
          <ac:chgData name="Serena Faythe Lee" userId="096040ea-784c-4e5c-91d0-359d85c4bd00" providerId="ADAL" clId="{2D02547D-3780-4B9E-881D-7549EEE8C8C7}" dt="2025-12-09T04:55:58.262" v="4642" actId="14100"/>
          <ac:spMkLst>
            <pc:docMk/>
            <pc:sldMk cId="4230106960" sldId="310"/>
            <ac:spMk id="14" creationId="{F4A3718F-D67C-255A-4B64-BA379609FCD0}"/>
          </ac:spMkLst>
        </pc:spChg>
        <pc:spChg chg="mod">
          <ac:chgData name="Serena Faythe Lee" userId="096040ea-784c-4e5c-91d0-359d85c4bd00" providerId="ADAL" clId="{2D02547D-3780-4B9E-881D-7549EEE8C8C7}" dt="2025-12-17T18:03:33.682" v="4800" actId="20577"/>
          <ac:spMkLst>
            <pc:docMk/>
            <pc:sldMk cId="4230106960" sldId="310"/>
            <ac:spMk id="17" creationId="{2F3CEF66-C6D7-C765-24E7-1DCFB38FE51A}"/>
          </ac:spMkLst>
        </pc:spChg>
      </pc:sldChg>
      <pc:sldChg chg="addSp delSp modSp mod ord modClrScheme chgLayout">
        <pc:chgData name="Serena Faythe Lee" userId="096040ea-784c-4e5c-91d0-359d85c4bd00" providerId="ADAL" clId="{2D02547D-3780-4B9E-881D-7549EEE8C8C7}" dt="2025-12-16T02:58:23.633" v="4787" actId="478"/>
        <pc:sldMkLst>
          <pc:docMk/>
          <pc:sldMk cId="3064996118" sldId="315"/>
        </pc:sldMkLst>
        <pc:spChg chg="add mod">
          <ac:chgData name="Serena Faythe Lee" userId="096040ea-784c-4e5c-91d0-359d85c4bd00" providerId="ADAL" clId="{2D02547D-3780-4B9E-881D-7549EEE8C8C7}" dt="2025-12-07T20:08:20.539" v="1580" actId="14100"/>
          <ac:spMkLst>
            <pc:docMk/>
            <pc:sldMk cId="3064996118" sldId="315"/>
            <ac:spMk id="3" creationId="{9576595C-1CF2-C7AF-A071-47D57C0C3DD7}"/>
          </ac:spMkLst>
        </pc:spChg>
        <pc:spChg chg="mod ord">
          <ac:chgData name="Serena Faythe Lee" userId="096040ea-784c-4e5c-91d0-359d85c4bd00" providerId="ADAL" clId="{2D02547D-3780-4B9E-881D-7549EEE8C8C7}" dt="2025-12-07T19:05:27.702" v="244" actId="700"/>
          <ac:spMkLst>
            <pc:docMk/>
            <pc:sldMk cId="3064996118" sldId="315"/>
            <ac:spMk id="4" creationId="{1D2469ED-926E-7CEE-5AF2-BF9AC726D015}"/>
          </ac:spMkLst>
        </pc:spChg>
        <pc:spChg chg="mod ord">
          <ac:chgData name="Serena Faythe Lee" userId="096040ea-784c-4e5c-91d0-359d85c4bd00" providerId="ADAL" clId="{2D02547D-3780-4B9E-881D-7549EEE8C8C7}" dt="2025-12-07T19:06:37.013" v="273" actId="20577"/>
          <ac:spMkLst>
            <pc:docMk/>
            <pc:sldMk cId="3064996118" sldId="315"/>
            <ac:spMk id="10" creationId="{4E4F88F8-17E5-45E3-77B1-77FACD99FF63}"/>
          </ac:spMkLst>
        </pc:spChg>
        <pc:graphicFrameChg chg="mod ord modGraphic">
          <ac:chgData name="Serena Faythe Lee" userId="096040ea-784c-4e5c-91d0-359d85c4bd00" providerId="ADAL" clId="{2D02547D-3780-4B9E-881D-7549EEE8C8C7}" dt="2025-12-09T03:48:23.445" v="3557" actId="207"/>
          <ac:graphicFrameMkLst>
            <pc:docMk/>
            <pc:sldMk cId="3064996118" sldId="315"/>
            <ac:graphicFrameMk id="8" creationId="{5B6855E3-2188-20C8-4DD6-E45BC792C983}"/>
          </ac:graphicFrameMkLst>
        </pc:graphicFrameChg>
        <pc:picChg chg="add del mod">
          <ac:chgData name="Serena Faythe Lee" userId="096040ea-784c-4e5c-91d0-359d85c4bd00" providerId="ADAL" clId="{2D02547D-3780-4B9E-881D-7549EEE8C8C7}" dt="2025-12-16T02:57:42.359" v="4781" actId="478"/>
          <ac:picMkLst>
            <pc:docMk/>
            <pc:sldMk cId="3064996118" sldId="315"/>
            <ac:picMk id="5" creationId="{B8DCA5D0-5412-8BCC-DC48-6A9E03307F19}"/>
          </ac:picMkLst>
        </pc:picChg>
        <pc:picChg chg="add del mod modCrop">
          <ac:chgData name="Serena Faythe Lee" userId="096040ea-784c-4e5c-91d0-359d85c4bd00" providerId="ADAL" clId="{2D02547D-3780-4B9E-881D-7549EEE8C8C7}" dt="2025-12-16T02:58:23.633" v="4787" actId="478"/>
          <ac:picMkLst>
            <pc:docMk/>
            <pc:sldMk cId="3064996118" sldId="315"/>
            <ac:picMk id="7" creationId="{659C7543-9753-F73A-185E-1221B497BE8A}"/>
          </ac:picMkLst>
        </pc:picChg>
      </pc:sldChg>
      <pc:sldChg chg="addSp modSp mod">
        <pc:chgData name="Serena Faythe Lee" userId="096040ea-784c-4e5c-91d0-359d85c4bd00" providerId="ADAL" clId="{2D02547D-3780-4B9E-881D-7549EEE8C8C7}" dt="2025-12-07T19:07:31.058" v="301" actId="20577"/>
        <pc:sldMkLst>
          <pc:docMk/>
          <pc:sldMk cId="1338167130" sldId="317"/>
        </pc:sldMkLst>
        <pc:spChg chg="add mod">
          <ac:chgData name="Serena Faythe Lee" userId="096040ea-784c-4e5c-91d0-359d85c4bd00" providerId="ADAL" clId="{2D02547D-3780-4B9E-881D-7549EEE8C8C7}" dt="2025-12-07T19:07:31.058" v="301" actId="20577"/>
          <ac:spMkLst>
            <pc:docMk/>
            <pc:sldMk cId="1338167130" sldId="317"/>
            <ac:spMk id="5" creationId="{58BD6261-721B-AC86-9CCB-C298B45C352E}"/>
          </ac:spMkLst>
        </pc:spChg>
      </pc:sldChg>
      <pc:sldChg chg="addSp delSp modSp mod">
        <pc:chgData name="Serena Faythe Lee" userId="096040ea-784c-4e5c-91d0-359d85c4bd00" providerId="ADAL" clId="{2D02547D-3780-4B9E-881D-7549EEE8C8C7}" dt="2025-12-09T20:39:25.859" v="4771" actId="20577"/>
        <pc:sldMkLst>
          <pc:docMk/>
          <pc:sldMk cId="1843356825" sldId="318"/>
        </pc:sldMkLst>
        <pc:spChg chg="mod">
          <ac:chgData name="Serena Faythe Lee" userId="096040ea-784c-4e5c-91d0-359d85c4bd00" providerId="ADAL" clId="{2D02547D-3780-4B9E-881D-7549EEE8C8C7}" dt="2025-12-09T20:39:25.859" v="4771" actId="20577"/>
          <ac:spMkLst>
            <pc:docMk/>
            <pc:sldMk cId="1843356825" sldId="318"/>
            <ac:spMk id="3" creationId="{99AE42D3-7BAE-7563-8011-382B602BCEC4}"/>
          </ac:spMkLst>
        </pc:spChg>
      </pc:sldChg>
      <pc:sldChg chg="modSp new mod modClrScheme chgLayout">
        <pc:chgData name="Serena Faythe Lee" userId="096040ea-784c-4e5c-91d0-359d85c4bd00" providerId="ADAL" clId="{2D02547D-3780-4B9E-881D-7549EEE8C8C7}" dt="2025-12-09T20:37:42.803" v="4767" actId="20577"/>
        <pc:sldMkLst>
          <pc:docMk/>
          <pc:sldMk cId="3936179294" sldId="320"/>
        </pc:sldMkLst>
        <pc:spChg chg="mod ord">
          <ac:chgData name="Serena Faythe Lee" userId="096040ea-784c-4e5c-91d0-359d85c4bd00" providerId="ADAL" clId="{2D02547D-3780-4B9E-881D-7549EEE8C8C7}" dt="2025-12-09T03:51:39.271" v="3855" actId="700"/>
          <ac:spMkLst>
            <pc:docMk/>
            <pc:sldMk cId="3936179294" sldId="320"/>
            <ac:spMk id="2" creationId="{798C8FC5-7F8B-77EA-8549-1797AABFDE97}"/>
          </ac:spMkLst>
        </pc:spChg>
        <pc:spChg chg="mod ord">
          <ac:chgData name="Serena Faythe Lee" userId="096040ea-784c-4e5c-91d0-359d85c4bd00" providerId="ADAL" clId="{2D02547D-3780-4B9E-881D-7549EEE8C8C7}" dt="2025-12-09T20:37:42.803" v="4767" actId="20577"/>
          <ac:spMkLst>
            <pc:docMk/>
            <pc:sldMk cId="3936179294" sldId="320"/>
            <ac:spMk id="3" creationId="{36487DF5-3EE0-103D-B853-253603920260}"/>
          </ac:spMkLst>
        </pc:spChg>
        <pc:spChg chg="mod ord">
          <ac:chgData name="Serena Faythe Lee" userId="096040ea-784c-4e5c-91d0-359d85c4bd00" providerId="ADAL" clId="{2D02547D-3780-4B9E-881D-7549EEE8C8C7}" dt="2025-12-09T03:51:39.271" v="3855" actId="700"/>
          <ac:spMkLst>
            <pc:docMk/>
            <pc:sldMk cId="3936179294" sldId="320"/>
            <ac:spMk id="4" creationId="{708975D3-D66A-B01D-8496-51BE30F5A3B7}"/>
          </ac:spMkLst>
        </pc:spChg>
      </pc:sldChg>
      <pc:sldChg chg="modSp new mod ord">
        <pc:chgData name="Serena Faythe Lee" userId="096040ea-784c-4e5c-91d0-359d85c4bd00" providerId="ADAL" clId="{2D02547D-3780-4B9E-881D-7549EEE8C8C7}" dt="2025-12-09T04:47:49.256" v="4429" actId="20577"/>
        <pc:sldMkLst>
          <pc:docMk/>
          <pc:sldMk cId="2983498795" sldId="321"/>
        </pc:sldMkLst>
        <pc:spChg chg="mod">
          <ac:chgData name="Serena Faythe Lee" userId="096040ea-784c-4e5c-91d0-359d85c4bd00" providerId="ADAL" clId="{2D02547D-3780-4B9E-881D-7549EEE8C8C7}" dt="2025-12-09T04:47:49.256" v="4429" actId="20577"/>
          <ac:spMkLst>
            <pc:docMk/>
            <pc:sldMk cId="2983498795" sldId="321"/>
            <ac:spMk id="2" creationId="{56D09F97-0A9C-6092-CCC7-CF754063AB00}"/>
          </ac:spMkLst>
        </pc:spChg>
      </pc:sldChg>
      <pc:sldChg chg="addSp delSp modSp add mod">
        <pc:chgData name="Serena Faythe Lee" userId="096040ea-784c-4e5c-91d0-359d85c4bd00" providerId="ADAL" clId="{2D02547D-3780-4B9E-881D-7549EEE8C8C7}" dt="2025-12-09T04:44:13.266" v="4348"/>
        <pc:sldMkLst>
          <pc:docMk/>
          <pc:sldMk cId="1354960547" sldId="322"/>
        </pc:sldMkLst>
        <pc:picChg chg="add">
          <ac:chgData name="Serena Faythe Lee" userId="096040ea-784c-4e5c-91d0-359d85c4bd00" providerId="ADAL" clId="{2D02547D-3780-4B9E-881D-7549EEE8C8C7}" dt="2025-12-09T04:44:13.266" v="4348"/>
          <ac:picMkLst>
            <pc:docMk/>
            <pc:sldMk cId="1354960547" sldId="322"/>
            <ac:picMk id="12" creationId="{AF772908-152E-3E9F-01D8-9B3EC2D6D48A}"/>
          </ac:picMkLst>
        </pc:picChg>
      </pc:sldChg>
      <pc:sldChg chg="addSp delSp add mod ord">
        <pc:chgData name="Serena Faythe Lee" userId="096040ea-784c-4e5c-91d0-359d85c4bd00" providerId="ADAL" clId="{2D02547D-3780-4B9E-881D-7549EEE8C8C7}" dt="2025-12-09T04:44:44.405" v="4356"/>
        <pc:sldMkLst>
          <pc:docMk/>
          <pc:sldMk cId="2629080421" sldId="323"/>
        </pc:sldMkLst>
        <pc:picChg chg="add">
          <ac:chgData name="Serena Faythe Lee" userId="096040ea-784c-4e5c-91d0-359d85c4bd00" providerId="ADAL" clId="{2D02547D-3780-4B9E-881D-7549EEE8C8C7}" dt="2025-12-09T04:44:44.405" v="4356"/>
          <ac:picMkLst>
            <pc:docMk/>
            <pc:sldMk cId="2629080421" sldId="323"/>
            <ac:picMk id="4" creationId="{23105D50-CF05-68FF-F1FC-289F37735677}"/>
          </ac:picMkLst>
        </pc:picChg>
      </pc:sldChg>
      <pc:sldChg chg="addSp delSp modSp add mod ord setBg">
        <pc:chgData name="Serena Faythe Lee" userId="096040ea-784c-4e5c-91d0-359d85c4bd00" providerId="ADAL" clId="{2D02547D-3780-4B9E-881D-7549EEE8C8C7}" dt="2025-12-09T05:04:27.248" v="4659" actId="20577"/>
        <pc:sldMkLst>
          <pc:docMk/>
          <pc:sldMk cId="2068590609" sldId="324"/>
        </pc:sldMkLst>
        <pc:spChg chg="mod">
          <ac:chgData name="Serena Faythe Lee" userId="096040ea-784c-4e5c-91d0-359d85c4bd00" providerId="ADAL" clId="{2D02547D-3780-4B9E-881D-7549EEE8C8C7}" dt="2025-12-09T05:04:27.248" v="4659" actId="20577"/>
          <ac:spMkLst>
            <pc:docMk/>
            <pc:sldMk cId="2068590609" sldId="324"/>
            <ac:spMk id="11" creationId="{5579C5E6-2290-006F-0DC5-30DC404F6D4D}"/>
          </ac:spMkLst>
        </pc:spChg>
      </pc:sldChg>
      <pc:sldChg chg="modSp new mod ord">
        <pc:chgData name="Serena Faythe Lee" userId="096040ea-784c-4e5c-91d0-359d85c4bd00" providerId="ADAL" clId="{2D02547D-3780-4B9E-881D-7549EEE8C8C7}" dt="2025-12-09T00:00:40.500" v="1793"/>
        <pc:sldMkLst>
          <pc:docMk/>
          <pc:sldMk cId="846901513" sldId="325"/>
        </pc:sldMkLst>
        <pc:spChg chg="mod">
          <ac:chgData name="Serena Faythe Lee" userId="096040ea-784c-4e5c-91d0-359d85c4bd00" providerId="ADAL" clId="{2D02547D-3780-4B9E-881D-7549EEE8C8C7}" dt="2025-12-09T00:00:34.927" v="1791" actId="20577"/>
          <ac:spMkLst>
            <pc:docMk/>
            <pc:sldMk cId="846901513" sldId="325"/>
            <ac:spMk id="2" creationId="{6110F526-EE06-81C9-5454-403B021DBA7A}"/>
          </ac:spMkLst>
        </pc:spChg>
      </pc:sldChg>
      <pc:sldChg chg="addSp delSp modSp add mod modClrScheme chgLayout">
        <pc:chgData name="Serena Faythe Lee" userId="096040ea-784c-4e5c-91d0-359d85c4bd00" providerId="ADAL" clId="{2D02547D-3780-4B9E-881D-7549EEE8C8C7}" dt="2025-12-09T19:06:12.699" v="4673" actId="20577"/>
        <pc:sldMkLst>
          <pc:docMk/>
          <pc:sldMk cId="1875520993" sldId="328"/>
        </pc:sldMkLst>
        <pc:spChg chg="add mod">
          <ac:chgData name="Serena Faythe Lee" userId="096040ea-784c-4e5c-91d0-359d85c4bd00" providerId="ADAL" clId="{2D02547D-3780-4B9E-881D-7549EEE8C8C7}" dt="2025-12-09T03:56:08.994" v="4033"/>
          <ac:spMkLst>
            <pc:docMk/>
            <pc:sldMk cId="1875520993" sldId="328"/>
            <ac:spMk id="8" creationId="{1621AFEC-A7BB-BA2C-5460-F3FD8A73D694}"/>
          </ac:spMkLst>
        </pc:spChg>
        <pc:spChg chg="mod ord">
          <ac:chgData name="Serena Faythe Lee" userId="096040ea-784c-4e5c-91d0-359d85c4bd00" providerId="ADAL" clId="{2D02547D-3780-4B9E-881D-7549EEE8C8C7}" dt="2025-12-09T19:06:12.699" v="4673" actId="20577"/>
          <ac:spMkLst>
            <pc:docMk/>
            <pc:sldMk cId="1875520993" sldId="328"/>
            <ac:spMk id="15" creationId="{D4673555-937A-3448-8458-AAA2F5829FDD}"/>
          </ac:spMkLst>
        </pc:spChg>
        <pc:spChg chg="mod ord">
          <ac:chgData name="Serena Faythe Lee" userId="096040ea-784c-4e5c-91d0-359d85c4bd00" providerId="ADAL" clId="{2D02547D-3780-4B9E-881D-7549EEE8C8C7}" dt="2025-12-09T04:45:40.320" v="4372" actId="20577"/>
          <ac:spMkLst>
            <pc:docMk/>
            <pc:sldMk cId="1875520993" sldId="328"/>
            <ac:spMk id="16" creationId="{3C4638A0-9FDE-48F6-3040-F108B1A539F0}"/>
          </ac:spMkLst>
        </pc:spChg>
        <pc:graphicFrameChg chg="add mod ord modGraphic">
          <ac:chgData name="Serena Faythe Lee" userId="096040ea-784c-4e5c-91d0-359d85c4bd00" providerId="ADAL" clId="{2D02547D-3780-4B9E-881D-7549EEE8C8C7}" dt="2025-12-09T03:46:59.026" v="3543" actId="113"/>
          <ac:graphicFrameMkLst>
            <pc:docMk/>
            <pc:sldMk cId="1875520993" sldId="328"/>
            <ac:graphicFrameMk id="7" creationId="{FBFB973A-C8C9-FBE6-CE2B-EC61DCCA7BBB}"/>
          </ac:graphicFrameMkLst>
        </pc:graphicFrameChg>
      </pc:sldChg>
      <pc:sldChg chg="addSp delSp modSp new mod ord">
        <pc:chgData name="Serena Faythe Lee" userId="096040ea-784c-4e5c-91d0-359d85c4bd00" providerId="ADAL" clId="{2D02547D-3780-4B9E-881D-7549EEE8C8C7}" dt="2025-12-09T03:47:40.173" v="3555" actId="2711"/>
        <pc:sldMkLst>
          <pc:docMk/>
          <pc:sldMk cId="1554844422" sldId="330"/>
        </pc:sldMkLst>
        <pc:spChg chg="add mod">
          <ac:chgData name="Serena Faythe Lee" userId="096040ea-784c-4e5c-91d0-359d85c4bd00" providerId="ADAL" clId="{2D02547D-3780-4B9E-881D-7549EEE8C8C7}" dt="2025-12-09T03:34:33.375" v="3156" actId="20577"/>
          <ac:spMkLst>
            <pc:docMk/>
            <pc:sldMk cId="1554844422" sldId="330"/>
            <ac:spMk id="7" creationId="{A0E50E21-E86E-49D5-4011-25CCF10CC909}"/>
          </ac:spMkLst>
        </pc:spChg>
        <pc:graphicFrameChg chg="add mod modGraphic">
          <ac:chgData name="Serena Faythe Lee" userId="096040ea-784c-4e5c-91d0-359d85c4bd00" providerId="ADAL" clId="{2D02547D-3780-4B9E-881D-7549EEE8C8C7}" dt="2025-12-09T03:47:40.173" v="3555" actId="2711"/>
          <ac:graphicFrameMkLst>
            <pc:docMk/>
            <pc:sldMk cId="1554844422" sldId="330"/>
            <ac:graphicFrameMk id="5" creationId="{3C2FD20E-FC58-11F1-EED5-FEA477D0A88F}"/>
          </ac:graphicFrameMkLst>
        </pc:graphicFrameChg>
        <pc:graphicFrameChg chg="add mod modGraphic">
          <ac:chgData name="Serena Faythe Lee" userId="096040ea-784c-4e5c-91d0-359d85c4bd00" providerId="ADAL" clId="{2D02547D-3780-4B9E-881D-7549EEE8C8C7}" dt="2025-12-09T03:34:15.183" v="3112" actId="1036"/>
          <ac:graphicFrameMkLst>
            <pc:docMk/>
            <pc:sldMk cId="1554844422" sldId="330"/>
            <ac:graphicFrameMk id="6" creationId="{C20ED760-2412-F303-EF21-F6B56AC92FA8}"/>
          </ac:graphicFrameMkLst>
        </pc:graphicFrameChg>
      </pc:sldChg>
      <pc:sldChg chg="modSp new mod">
        <pc:chgData name="Serena Faythe Lee" userId="096040ea-784c-4e5c-91d0-359d85c4bd00" providerId="ADAL" clId="{2D02547D-3780-4B9E-881D-7549EEE8C8C7}" dt="2025-12-09T05:07:51.821" v="4670" actId="20577"/>
        <pc:sldMkLst>
          <pc:docMk/>
          <pc:sldMk cId="3662456837" sldId="332"/>
        </pc:sldMkLst>
        <pc:spChg chg="mod">
          <ac:chgData name="Serena Faythe Lee" userId="096040ea-784c-4e5c-91d0-359d85c4bd00" providerId="ADAL" clId="{2D02547D-3780-4B9E-881D-7549EEE8C8C7}" dt="2025-12-09T03:58:01.596" v="4160" actId="403"/>
          <ac:spMkLst>
            <pc:docMk/>
            <pc:sldMk cId="3662456837" sldId="332"/>
            <ac:spMk id="2" creationId="{D2B13E0F-339E-67B4-5ABE-6FC4B41AFCE5}"/>
          </ac:spMkLst>
        </pc:spChg>
        <pc:spChg chg="mod">
          <ac:chgData name="Serena Faythe Lee" userId="096040ea-784c-4e5c-91d0-359d85c4bd00" providerId="ADAL" clId="{2D02547D-3780-4B9E-881D-7549EEE8C8C7}" dt="2025-12-09T05:07:51.821" v="4670" actId="20577"/>
          <ac:spMkLst>
            <pc:docMk/>
            <pc:sldMk cId="3662456837" sldId="332"/>
            <ac:spMk id="3" creationId="{DA377233-91C0-7A16-F46A-6EEF259D798F}"/>
          </ac:spMkLst>
        </pc:spChg>
      </pc:sldChg>
      <pc:sldChg chg="modSp add mod ord">
        <pc:chgData name="Serena Faythe Lee" userId="096040ea-784c-4e5c-91d0-359d85c4bd00" providerId="ADAL" clId="{2D02547D-3780-4B9E-881D-7549EEE8C8C7}" dt="2025-12-09T04:46:33.350" v="4378"/>
        <pc:sldMkLst>
          <pc:docMk/>
          <pc:sldMk cId="3349580851" sldId="333"/>
        </pc:sldMkLst>
        <pc:spChg chg="mod">
          <ac:chgData name="Serena Faythe Lee" userId="096040ea-784c-4e5c-91d0-359d85c4bd00" providerId="ADAL" clId="{2D02547D-3780-4B9E-881D-7549EEE8C8C7}" dt="2025-12-09T03:58:47.907" v="4193" actId="20577"/>
          <ac:spMkLst>
            <pc:docMk/>
            <pc:sldMk cId="3349580851" sldId="333"/>
            <ac:spMk id="11" creationId="{11CC8F97-C6EF-8FD6-0381-26630697E0AF}"/>
          </ac:spMkLst>
        </pc:spChg>
      </pc:sldChg>
      <pc:sldChg chg="addSp delSp modSp add mod ord">
        <pc:chgData name="Serena Faythe Lee" userId="096040ea-784c-4e5c-91d0-359d85c4bd00" providerId="ADAL" clId="{2D02547D-3780-4B9E-881D-7549EEE8C8C7}" dt="2025-12-09T04:45:43.210" v="4374"/>
        <pc:sldMkLst>
          <pc:docMk/>
          <pc:sldMk cId="4164488209" sldId="334"/>
        </pc:sldMkLst>
        <pc:picChg chg="add">
          <ac:chgData name="Serena Faythe Lee" userId="096040ea-784c-4e5c-91d0-359d85c4bd00" providerId="ADAL" clId="{2D02547D-3780-4B9E-881D-7549EEE8C8C7}" dt="2025-12-09T04:44:27.652" v="4352"/>
          <ac:picMkLst>
            <pc:docMk/>
            <pc:sldMk cId="4164488209" sldId="334"/>
            <ac:picMk id="8" creationId="{6FDC4DCF-EF34-72A0-EDC5-CDFDA56D5A56}"/>
          </ac:picMkLst>
        </pc:picChg>
      </pc:sldChg>
      <pc:sldChg chg="modSp add mod ord">
        <pc:chgData name="Serena Faythe Lee" userId="096040ea-784c-4e5c-91d0-359d85c4bd00" providerId="ADAL" clId="{2D02547D-3780-4B9E-881D-7549EEE8C8C7}" dt="2025-12-09T19:09:57.879" v="4719"/>
        <pc:sldMkLst>
          <pc:docMk/>
          <pc:sldMk cId="3444597787" sldId="335"/>
        </pc:sldMkLst>
        <pc:spChg chg="mod">
          <ac:chgData name="Serena Faythe Lee" userId="096040ea-784c-4e5c-91d0-359d85c4bd00" providerId="ADAL" clId="{2D02547D-3780-4B9E-881D-7549EEE8C8C7}" dt="2025-12-09T19:09:51.828" v="4717" actId="20577"/>
          <ac:spMkLst>
            <pc:docMk/>
            <pc:sldMk cId="3444597787" sldId="335"/>
            <ac:spMk id="2" creationId="{8B6EFF10-E251-8BD7-B93C-B097EF83B48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12/17/2025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66F7A-FBC3-6B62-C6BD-BF280E12A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4AEAB-04D3-2E4F-D5B9-A2BB37284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D4A82-C1D6-F799-9D5C-43B23953A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8A4B8-86D6-A130-D290-1F654A8D4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455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F15B-08BC-DD21-4BCD-55B7BC2A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FDD32-716A-677A-5F0E-AAC35E721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47074-33F1-7025-DB33-973DB3B1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830BC-020C-1030-4E28-B87F0B345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8498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924D-50A5-C637-6B55-FC5576C7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ADA9D-0B4B-353B-FD6E-4CECF941F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FBA71-3D01-3840-91D6-51E7E5E94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D9C13-E1C8-140F-B9AB-25B303F2A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9219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99C1F-310A-0203-50A3-0EFBC134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1FA99-8014-22CB-6B33-F5F7949A0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96E78-0EA5-44B5-FBDB-B0CA17DAE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8895-95A5-8CE6-706E-5B7192925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473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7CCA-4B3E-6EFA-9029-9C3A1406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215EF-6DC4-4CAE-9089-41814399E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887BC-55EC-886F-FF04-C9EB12795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51FDF-686E-2904-3486-B61F48782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5512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Sexual Violence in the U.S.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58BD6261-721B-AC86-9CCB-C298B45C352E}"/>
              </a:ext>
            </a:extLst>
          </p:cNvPr>
          <p:cNvSpPr txBox="1">
            <a:spLocks/>
          </p:cNvSpPr>
          <p:nvPr/>
        </p:nvSpPr>
        <p:spPr>
          <a:xfrm>
            <a:off x="2193514" y="3978275"/>
            <a:ext cx="8109772" cy="264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Serena Lee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3E0F-339E-67B4-5ABE-6FC4B41A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77233-91C0-7A16-F46A-6EEF259D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Background &amp; Data</a:t>
            </a:r>
          </a:p>
          <a:p>
            <a:endParaRPr lang="en-US" sz="2800" dirty="0"/>
          </a:p>
          <a:p>
            <a:r>
              <a:rPr lang="en-US" sz="2800" dirty="0"/>
              <a:t>Incidents over time</a:t>
            </a:r>
          </a:p>
          <a:p>
            <a:endParaRPr lang="en-US" sz="2800" dirty="0"/>
          </a:p>
          <a:p>
            <a:r>
              <a:rPr lang="en-US" sz="2800" dirty="0"/>
              <a:t>Demographic Analysis</a:t>
            </a:r>
          </a:p>
          <a:p>
            <a:endParaRPr lang="en-US" sz="2800" dirty="0"/>
          </a:p>
          <a:p>
            <a:r>
              <a:rPr lang="en-US" sz="2800" dirty="0"/>
              <a:t>Reporting</a:t>
            </a:r>
          </a:p>
          <a:p>
            <a:endParaRPr lang="en-US" sz="2800" dirty="0"/>
          </a:p>
          <a:p>
            <a:r>
              <a:rPr lang="en-US" sz="2800" dirty="0"/>
              <a:t>Conclusions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45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C16B-2337-6768-3CE9-54FF111F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1CC8F97-C6EF-8FD6-0381-26630697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Background &amp; Data</a:t>
            </a:r>
          </a:p>
        </p:txBody>
      </p:sp>
    </p:spTree>
    <p:extLst>
      <p:ext uri="{BB962C8B-B14F-4D97-AF65-F5344CB8AC3E}">
        <p14:creationId xmlns:p14="http://schemas.microsoft.com/office/powerpoint/2010/main" val="334958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Background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40692"/>
          </a:xfrm>
        </p:spPr>
        <p:txBody>
          <a:bodyPr>
            <a:normAutofit/>
          </a:bodyPr>
          <a:lstStyle/>
          <a:p>
            <a:r>
              <a:rPr lang="en-US" sz="2400" b="1" dirty="0"/>
              <a:t>Rape: </a:t>
            </a:r>
          </a:p>
          <a:p>
            <a:r>
              <a:rPr lang="en-US" sz="2400" dirty="0"/>
              <a:t>1 in 4 women; 1 in 26 men</a:t>
            </a:r>
          </a:p>
          <a:p>
            <a:r>
              <a:rPr lang="en-US" sz="2400" b="1" dirty="0"/>
              <a:t>Unwanted sexual contact:</a:t>
            </a:r>
          </a:p>
          <a:p>
            <a:r>
              <a:rPr lang="en-US" sz="2400" dirty="0"/>
              <a:t>1 in 2 women; 1 in 5 men</a:t>
            </a:r>
          </a:p>
          <a:p>
            <a:endParaRPr lang="en-US" sz="2400" dirty="0"/>
          </a:p>
          <a:p>
            <a:r>
              <a:rPr lang="en-US" sz="2400" b="1" dirty="0"/>
              <a:t>Barriers:</a:t>
            </a:r>
          </a:p>
          <a:p>
            <a:r>
              <a:rPr lang="en-US" sz="2400" dirty="0"/>
              <a:t>Most cases go unreported</a:t>
            </a:r>
          </a:p>
          <a:p>
            <a:r>
              <a:rPr lang="en-US" sz="2400" dirty="0"/>
              <a:t>Nondisclosure in surveys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Autofit/>
          </a:bodyPr>
          <a:lstStyle/>
          <a:p>
            <a:r>
              <a:rPr lang="en-US" sz="2400" b="1" dirty="0"/>
              <a:t>Data sources:</a:t>
            </a:r>
          </a:p>
          <a:p>
            <a:r>
              <a:rPr lang="en-US" sz="2400" dirty="0"/>
              <a:t>National Intimate Partner and Sexual Violence Survey; CDC</a:t>
            </a:r>
          </a:p>
          <a:p>
            <a:r>
              <a:rPr lang="en-US" sz="2400" dirty="0"/>
              <a:t>National Sexual Violence Resource Center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DCCF-0869-B18A-7600-4DA6C1D0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9042400" cy="914400"/>
          </a:xfrm>
        </p:spPr>
        <p:txBody>
          <a:bodyPr/>
          <a:lstStyle/>
          <a:p>
            <a:r>
              <a:rPr lang="en-US" dirty="0"/>
              <a:t>Dataset: National Crime Victimization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E42D3-7BAE-7563-8011-382B602BCE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9042400" cy="3721608"/>
          </a:xfrm>
        </p:spPr>
        <p:txBody>
          <a:bodyPr>
            <a:normAutofit/>
          </a:bodyPr>
          <a:lstStyle/>
          <a:p>
            <a:r>
              <a:rPr lang="en-US" sz="2400" dirty="0"/>
              <a:t>Incident reports from 1992-2024 </a:t>
            </a:r>
          </a:p>
          <a:p>
            <a:r>
              <a:rPr lang="en-US" sz="2400" dirty="0"/>
              <a:t>Incident level data (household and individual available)</a:t>
            </a:r>
          </a:p>
          <a:p>
            <a:r>
              <a:rPr lang="en-US" sz="2400" dirty="0"/>
              <a:t>Nationally representative sample of about 240,000 persons in 150,000 households</a:t>
            </a:r>
          </a:p>
          <a:p>
            <a:r>
              <a:rPr lang="en-US" sz="2400" dirty="0"/>
              <a:t>Offender, crime, reporting/reasoning, experiences in justice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1B4EA-BD01-7D37-3F38-DF8A26BE6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5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US" dirty="0"/>
              <a:t>Distribution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5B6855E3-2188-20C8-4DD6-E45BC792C9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826565676"/>
              </p:ext>
            </p:extLst>
          </p:nvPr>
        </p:nvGraphicFramePr>
        <p:xfrm>
          <a:off x="6167120" y="1371600"/>
          <a:ext cx="5107432" cy="472549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446624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660808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50423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bg1"/>
                          </a:solidFill>
                        </a:rPr>
                        <a:t>Type of Crime</a:t>
                      </a:r>
                    </a:p>
                  </a:txBody>
                  <a:tcPr anchor="ctr">
                    <a:solidFill>
                      <a:srgbClr val="C2BC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anchor="ctr">
                    <a:solidFill>
                      <a:srgbClr val="C2BC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 latinLnBrk="1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Rape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1237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Attempted Rape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Sexual attack with assault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Sexual assault; no injury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Unwanted sexual contact without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Sexual Harassment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541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0522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11">
            <a:extLst>
              <a:ext uri="{FF2B5EF4-FFF2-40B4-BE49-F238E27FC236}">
                <a16:creationId xmlns:a16="http://schemas.microsoft.com/office/drawing/2014/main" id="{9576595C-1CF2-C7AF-A071-47D57C0C3DD7}"/>
              </a:ext>
            </a:extLst>
          </p:cNvPr>
          <p:cNvSpPr txBox="1">
            <a:spLocks/>
          </p:cNvSpPr>
          <p:nvPr/>
        </p:nvSpPr>
        <p:spPr>
          <a:xfrm>
            <a:off x="914398" y="2039112"/>
            <a:ext cx="4023362" cy="3904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Total incidents: 329,678</a:t>
            </a:r>
          </a:p>
          <a:p>
            <a:pPr marL="0" indent="0">
              <a:buNone/>
            </a:pPr>
            <a:r>
              <a:rPr lang="en-US" dirty="0"/>
              <a:t>Total SV incidents: 3,760</a:t>
            </a: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9F97-0A9C-6092-CCC7-CF754063A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Incidents over time</a:t>
            </a:r>
          </a:p>
        </p:txBody>
      </p:sp>
    </p:spTree>
    <p:extLst>
      <p:ext uri="{BB962C8B-B14F-4D97-AF65-F5344CB8AC3E}">
        <p14:creationId xmlns:p14="http://schemas.microsoft.com/office/powerpoint/2010/main" val="298349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FDD1-808B-60C6-2F95-7385292D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E6E8A-47A2-60BC-FE29-9FDBC8263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05D50-CF05-68FF-F1FC-289F37735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857250"/>
            <a:ext cx="84010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8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7777A-3DBB-AFF9-A414-9D0D7727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B1E8-A00E-0DDF-AD6A-7BA0681F4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772908-152E-3E9F-01D8-9B3EC2D6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857250"/>
            <a:ext cx="84010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60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D1BB-BA42-4B7E-A87E-2D9477E3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5579C5E6-2290-006F-0DC5-30DC404F6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Demographic analysis: age</a:t>
            </a:r>
          </a:p>
        </p:txBody>
      </p:sp>
    </p:spTree>
    <p:extLst>
      <p:ext uri="{BB962C8B-B14F-4D97-AF65-F5344CB8AC3E}">
        <p14:creationId xmlns:p14="http://schemas.microsoft.com/office/powerpoint/2010/main" val="206859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55BE3C-E4F8-D35B-2E31-33852A68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0" y="14287"/>
            <a:ext cx="7581900" cy="6829425"/>
          </a:xfrm>
          <a:prstGeom prst="rect">
            <a:avLst/>
          </a:prstGeom>
        </p:spPr>
      </p:pic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F2720192-766C-3F0D-474B-26A1852D4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F526-EE06-81C9-5454-403B021DB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846901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E2BB-A3DF-6057-2656-82488C2D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4673555-937A-3448-8458-AAA2F582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stats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C4638A0-9FDE-48F6-3040-F108B1A539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49272"/>
            <a:ext cx="4576953" cy="3877055"/>
          </a:xfrm>
        </p:spPr>
        <p:txBody>
          <a:bodyPr>
            <a:normAutofit/>
          </a:bodyPr>
          <a:lstStyle/>
          <a:p>
            <a:r>
              <a:rPr lang="en-US" sz="2400" dirty="0"/>
              <a:t>On average, 33% reported crime to police</a:t>
            </a:r>
          </a:p>
          <a:p>
            <a:pPr lvl="1"/>
            <a:r>
              <a:rPr lang="en-US" sz="2200" dirty="0"/>
              <a:t>Consistent with estimated averages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Of 3,760 incidents</a:t>
            </a:r>
          </a:p>
          <a:p>
            <a:r>
              <a:rPr lang="en-US" sz="2400" dirty="0"/>
              <a:t>Reported: 1177</a:t>
            </a:r>
          </a:p>
          <a:p>
            <a:r>
              <a:rPr lang="en-US" sz="2400" dirty="0"/>
              <a:t>Not reported: 2531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BFB973A-C8C9-FBE6-CE2B-EC61DCCA7BBB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18810114"/>
              </p:ext>
            </p:extLst>
          </p:nvPr>
        </p:nvGraphicFramePr>
        <p:xfrm>
          <a:off x="6357938" y="2038350"/>
          <a:ext cx="4576762" cy="2743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65182">
                  <a:extLst>
                    <a:ext uri="{9D8B030D-6E8A-4147-A177-3AD203B41FA5}">
                      <a16:colId xmlns:a16="http://schemas.microsoft.com/office/drawing/2014/main" val="3262209575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67892367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Who reported the incident?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90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Respondent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766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Household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13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Someone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39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Someone official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949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Police were at the 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61200"/>
                  </a:ext>
                </a:extLst>
              </a:tr>
            </a:tbl>
          </a:graphicData>
        </a:graphic>
      </p:graphicFrame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621AFEC-A7BB-BA2C-5460-F3FD8A73D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20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059E-85E5-70B8-196A-702A70BA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32210-5089-EE70-FB69-055029AEB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DC4DCF-EF34-72A0-EDC5-CDFDA56D5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857250"/>
            <a:ext cx="84010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8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0FCBA-8EC8-8C10-F338-DC8650B23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5" name="Content Placeholder 17">
            <a:extLst>
              <a:ext uri="{FF2B5EF4-FFF2-40B4-BE49-F238E27FC236}">
                <a16:creationId xmlns:a16="http://schemas.microsoft.com/office/drawing/2014/main" id="{3C2FD20E-FC58-11F1-EED5-FEA477D0A8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0266175"/>
              </p:ext>
            </p:extLst>
          </p:nvPr>
        </p:nvGraphicFramePr>
        <p:xfrm>
          <a:off x="6273801" y="2291080"/>
          <a:ext cx="5257799" cy="3261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74456">
                  <a:extLst>
                    <a:ext uri="{9D8B030D-6E8A-4147-A177-3AD203B41FA5}">
                      <a16:colId xmlns:a16="http://schemas.microsoft.com/office/drawing/2014/main" val="1865552072"/>
                    </a:ext>
                  </a:extLst>
                </a:gridCol>
                <a:gridCol w="1083343">
                  <a:extLst>
                    <a:ext uri="{9D8B030D-6E8A-4147-A177-3AD203B41FA5}">
                      <a16:colId xmlns:a16="http://schemas.microsoft.com/office/drawing/2014/main" val="243409594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Why was the crime not reported?</a:t>
                      </a:r>
                    </a:p>
                  </a:txBody>
                  <a:tcPr>
                    <a:solidFill>
                      <a:srgbClr val="C38E8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2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Took care of it informally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Afraid of reprisal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</a:rPr>
                        <a:t>12.2%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17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Don’t want offender in trouble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2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Reported to another official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7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Minor or unsuccessful crime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70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Police would think unimportant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929794"/>
                  </a:ext>
                </a:extLst>
              </a:tr>
            </a:tbl>
          </a:graphicData>
        </a:graphic>
      </p:graphicFrame>
      <p:graphicFrame>
        <p:nvGraphicFramePr>
          <p:cNvPr id="6" name="Content Placeholder 17">
            <a:extLst>
              <a:ext uri="{FF2B5EF4-FFF2-40B4-BE49-F238E27FC236}">
                <a16:creationId xmlns:a16="http://schemas.microsoft.com/office/drawing/2014/main" id="{C20ED760-2412-F303-EF21-F6B56AC92F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6651137"/>
              </p:ext>
            </p:extLst>
          </p:nvPr>
        </p:nvGraphicFramePr>
        <p:xfrm>
          <a:off x="660400" y="2291080"/>
          <a:ext cx="5113019" cy="3261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59506">
                  <a:extLst>
                    <a:ext uri="{9D8B030D-6E8A-4147-A177-3AD203B41FA5}">
                      <a16:colId xmlns:a16="http://schemas.microsoft.com/office/drawing/2014/main" val="1865552072"/>
                    </a:ext>
                  </a:extLst>
                </a:gridCol>
                <a:gridCol w="1053513">
                  <a:extLst>
                    <a:ext uri="{9D8B030D-6E8A-4147-A177-3AD203B41FA5}">
                      <a16:colId xmlns:a16="http://schemas.microsoft.com/office/drawing/2014/main" val="243409594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Why was the crime reported?</a:t>
                      </a:r>
                    </a:p>
                  </a:txBody>
                  <a:tcPr>
                    <a:solidFill>
                      <a:srgbClr val="C2BC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2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To prevent crimes by offender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</a:rPr>
                        <a:t>28.0%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To stop incident from happening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17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Because it was a crime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</a:rPr>
                        <a:t>22.3%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2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To punish offender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7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Needed help after incident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70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Catch or find offender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929794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0E50E21-E86E-49D5-4011-25CCF10C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914400"/>
            <a:ext cx="10871200" cy="914400"/>
          </a:xfrm>
        </p:spPr>
        <p:txBody>
          <a:bodyPr/>
          <a:lstStyle/>
          <a:p>
            <a:r>
              <a:rPr lang="en-US" dirty="0"/>
              <a:t>Why do people choose to report or not?</a:t>
            </a:r>
          </a:p>
        </p:txBody>
      </p:sp>
    </p:spTree>
    <p:extLst>
      <p:ext uri="{BB962C8B-B14F-4D97-AF65-F5344CB8AC3E}">
        <p14:creationId xmlns:p14="http://schemas.microsoft.com/office/powerpoint/2010/main" val="1554844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C985-5D73-CA0A-681C-23F9BDA1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FF10-E251-8BD7-B93C-B097EF83B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444597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8FC5-7F8B-77EA-8549-1797AABF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6487DF5-3EE0-103D-B853-25360392026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8300720" cy="3356576"/>
          </a:xfrm>
        </p:spPr>
        <p:txBody>
          <a:bodyPr>
            <a:normAutofit/>
          </a:bodyPr>
          <a:lstStyle/>
          <a:p>
            <a:r>
              <a:rPr lang="en-US" sz="2800" dirty="0"/>
              <a:t>Incidents of SV are increasing; % reported decreasing</a:t>
            </a:r>
          </a:p>
          <a:p>
            <a:r>
              <a:rPr lang="en-US" sz="2800" dirty="0"/>
              <a:t>Younger population at higher risk for most forms of SV</a:t>
            </a:r>
          </a:p>
          <a:p>
            <a:pPr lvl="1"/>
            <a:r>
              <a:rPr lang="en-US" sz="2800" dirty="0"/>
              <a:t>Exception: harassment</a:t>
            </a:r>
          </a:p>
          <a:p>
            <a:r>
              <a:rPr lang="en-US" sz="3000" dirty="0"/>
              <a:t>Strategies to increase reporting</a:t>
            </a:r>
          </a:p>
          <a:p>
            <a:pPr lvl="1"/>
            <a:r>
              <a:rPr lang="en-US" sz="2800" dirty="0"/>
              <a:t>Educate on importance of protecting </a:t>
            </a:r>
            <a:r>
              <a:rPr lang="en-US" sz="2800" i="1" dirty="0"/>
              <a:t>others; </a:t>
            </a:r>
            <a:r>
              <a:rPr lang="en-US" sz="2800" dirty="0"/>
              <a:t>protection for victims; non-police care</a:t>
            </a:r>
          </a:p>
          <a:p>
            <a:r>
              <a:rPr lang="en-US" sz="3000" dirty="0"/>
              <a:t>Plan to continue research: predictive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975D3-D66A-B01D-8496-51BE30F5A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17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Questions/thoughts?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16c05727-aa75-4e4a-9b5f-8a80a1165891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30e9df3-be65-4c73-a93b-d1236ebd677e"/>
    <ds:schemaRef ds:uri="http://purl.org/dc/dcmitype/"/>
    <ds:schemaRef ds:uri="http://schemas.microsoft.com/office/2006/documentManagement/types"/>
    <ds:schemaRef ds:uri="71af3243-3dd4-4a8d-8c0d-dd76da1f02a5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 presentation</Template>
  <TotalTime>1253</TotalTime>
  <Words>387</Words>
  <Application>Microsoft Office PowerPoint</Application>
  <PresentationFormat>Widescreen</PresentationFormat>
  <Paragraphs>125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Gill Sans Nova Light</vt:lpstr>
      <vt:lpstr>Sagona Book</vt:lpstr>
      <vt:lpstr>Custom</vt:lpstr>
      <vt:lpstr>Sexual Violence in the U.S.</vt:lpstr>
      <vt:lpstr>AGENDA</vt:lpstr>
      <vt:lpstr>Background &amp; Data</vt:lpstr>
      <vt:lpstr>Background</vt:lpstr>
      <vt:lpstr>Dataset: National Crime Victimization Survey</vt:lpstr>
      <vt:lpstr>Distribution</vt:lpstr>
      <vt:lpstr>Incidents over time</vt:lpstr>
      <vt:lpstr>PowerPoint Presentation</vt:lpstr>
      <vt:lpstr>PowerPoint Presentation</vt:lpstr>
      <vt:lpstr>Demographic analysis: age</vt:lpstr>
      <vt:lpstr>PowerPoint Presentation</vt:lpstr>
      <vt:lpstr>Reporting</vt:lpstr>
      <vt:lpstr>Quick stats</vt:lpstr>
      <vt:lpstr>PowerPoint Presentation</vt:lpstr>
      <vt:lpstr>Why do people choose to report or not?</vt:lpstr>
      <vt:lpstr>Conclusions</vt:lpstr>
      <vt:lpstr>Conclusions</vt:lpstr>
      <vt:lpstr>Questions/thoughts?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Serena Faythe Lee</dc:creator>
  <cp:lastModifiedBy>Serena Faythe Lee</cp:lastModifiedBy>
  <cp:revision>1</cp:revision>
  <dcterms:created xsi:type="dcterms:W3CDTF">2025-12-07T18:46:35Z</dcterms:created>
  <dcterms:modified xsi:type="dcterms:W3CDTF">2025-12-17T18:03:40Z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